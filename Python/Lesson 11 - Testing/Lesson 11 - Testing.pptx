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5"/>
  </p:notesMasterIdLst>
  <p:sldIdLst>
    <p:sldId id="321" r:id="rId2"/>
    <p:sldId id="322" r:id="rId3"/>
    <p:sldId id="313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BDE71D-A5DA-4731-8206-4FC7E790C503}">
  <a:tblStyle styleId="{20BDE71D-A5DA-4731-8206-4FC7E790C503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323327-17F7-4230-B99A-3A7D3BBB913F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30" autoAdjust="0"/>
    <p:restoredTop sz="88629" autoAdjust="0"/>
  </p:normalViewPr>
  <p:slideViewPr>
    <p:cSldViewPr snapToGrid="0">
      <p:cViewPr varScale="1">
        <p:scale>
          <a:sx n="96" d="100"/>
          <a:sy n="96" d="100"/>
        </p:scale>
        <p:origin x="1219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10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7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492842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10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35668" y="78731"/>
            <a:ext cx="2434590" cy="919356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7" cy="178308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0" y="2838549"/>
            <a:ext cx="2674144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121612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10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183674" y="84473"/>
            <a:ext cx="2434590" cy="919356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10766" y="3850148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10766" y="3714554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10766" y="3985742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10766" y="4121336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10766" y="4256930"/>
            <a:ext cx="1001676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485900" y="3850148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485900" y="3714554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485900" y="3985742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485900" y="4121336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485900" y="4256930"/>
            <a:ext cx="2343701" cy="103874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342884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685766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028649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371532" indent="0">
              <a:buNone/>
              <a:defRPr sz="75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11164" y="1480665"/>
            <a:ext cx="5380036" cy="178308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2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800" y="1652115"/>
            <a:ext cx="4822031" cy="99441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27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801" y="2838549"/>
            <a:ext cx="2674143" cy="3429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9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9060" y="2838549"/>
            <a:ext cx="1598771" cy="3429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05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333424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1200149"/>
            <a:ext cx="8268694" cy="3429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1480" y="4972050"/>
            <a:ext cx="617220" cy="17145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10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433828" y="4972050"/>
            <a:ext cx="299408" cy="17145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570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915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10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486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78124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144767" y="1200150"/>
            <a:ext cx="2587752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10 June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060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200150"/>
            <a:ext cx="1874519" cy="342900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10 June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7152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411480" y="1200150"/>
            <a:ext cx="418338" cy="416624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1148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256032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256032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470916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6858000" y="1200150"/>
            <a:ext cx="418338" cy="418338"/>
          </a:xfrm>
        </p:spPr>
        <p:txBody>
          <a:bodyPr anchor="ctr" anchorCtr="0"/>
          <a:lstStyle>
            <a:lvl1pPr marL="0" indent="0" algn="ctr">
              <a:buFontTx/>
              <a:buNone/>
              <a:defRPr sz="6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498"/>
            <a:ext cx="1874519" cy="2914652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10 June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4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>
                <a:solidFill>
                  <a:schemeClr val="tx1"/>
                </a:solidFill>
              </a:defRPr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>
                <a:solidFill>
                  <a:schemeClr val="tx1"/>
                </a:solidFill>
              </a:defRPr>
            </a:lvl2pPr>
            <a:lvl3pPr marL="205740" indent="-102870">
              <a:defRPr sz="975">
                <a:solidFill>
                  <a:schemeClr val="tx1"/>
                </a:solidFill>
              </a:defRPr>
            </a:lvl3pPr>
            <a:lvl4pPr marL="308610" indent="-102870">
              <a:defRPr sz="975">
                <a:solidFill>
                  <a:schemeClr val="tx1"/>
                </a:solidFill>
              </a:defRPr>
            </a:lvl4pPr>
            <a:lvl5pPr marL="411480" indent="-102870">
              <a:defRPr sz="975">
                <a:solidFill>
                  <a:schemeClr val="tx1"/>
                </a:solidFill>
              </a:defRPr>
            </a:lvl5pPr>
            <a:lvl6pPr marL="514350" indent="-102870">
              <a:defRPr sz="975">
                <a:solidFill>
                  <a:schemeClr val="tx1"/>
                </a:solidFill>
              </a:defRPr>
            </a:lvl6pPr>
            <a:lvl7pPr marL="617220" indent="-102870">
              <a:defRPr sz="975">
                <a:solidFill>
                  <a:schemeClr val="tx1"/>
                </a:solidFill>
              </a:defRPr>
            </a:lvl7pPr>
            <a:lvl8pPr marL="720090" indent="-102870">
              <a:defRPr sz="975">
                <a:solidFill>
                  <a:schemeClr val="tx1"/>
                </a:solidFill>
              </a:defRPr>
            </a:lvl8pPr>
            <a:lvl9pPr marL="822960" indent="-102870">
              <a:defRPr sz="975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10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15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291465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10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9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10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02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41148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8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256032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6032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470916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70916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12001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6858001" y="13030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858001" y="17145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148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41148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48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56032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256032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56032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70916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470916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0916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58000" y="2914650"/>
            <a:ext cx="187452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6858001" y="3017520"/>
            <a:ext cx="1874519" cy="342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27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858001" y="3429000"/>
            <a:ext cx="1874519" cy="994410"/>
          </a:xfrm>
        </p:spPr>
        <p:txBody>
          <a:bodyPr/>
          <a:lstStyle>
            <a:lvl1pPr marL="0" indent="0">
              <a:spcBef>
                <a:spcPts val="750"/>
              </a:spcBef>
              <a:buNone/>
              <a:defRPr sz="975"/>
            </a:lvl1pPr>
            <a:lvl2pPr marL="102870" indent="-102870">
              <a:spcBef>
                <a:spcPts val="750"/>
              </a:spcBef>
              <a:buFont typeface="Arial" panose="020B0604020202020204" pitchFamily="34" charset="0"/>
              <a:buChar char="▪"/>
              <a:defRPr sz="975"/>
            </a:lvl2pPr>
            <a:lvl3pPr marL="205740" indent="-102870">
              <a:defRPr sz="975"/>
            </a:lvl3pPr>
            <a:lvl4pPr marL="308610" indent="-102870">
              <a:defRPr sz="975"/>
            </a:lvl4pPr>
            <a:lvl5pPr marL="411480" indent="-102870">
              <a:defRPr sz="975"/>
            </a:lvl5pPr>
            <a:lvl6pPr marL="514350" indent="-102870">
              <a:defRPr sz="975"/>
            </a:lvl6pPr>
            <a:lvl7pPr marL="617220" indent="-102870">
              <a:defRPr sz="975"/>
            </a:lvl7pPr>
            <a:lvl8pPr marL="720090" indent="-102870">
              <a:defRPr sz="975"/>
            </a:lvl8pPr>
            <a:lvl9pPr marL="82296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10 June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090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10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699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479" y="1200150"/>
            <a:ext cx="4023360" cy="3429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10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8616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308610"/>
            <a:ext cx="8321040" cy="233172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846070"/>
            <a:ext cx="4023360" cy="685800"/>
          </a:xfrm>
        </p:spPr>
        <p:txBody>
          <a:bodyPr/>
          <a:lstStyle>
            <a:lvl1pPr>
              <a:defRPr sz="21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4709159" y="2846070"/>
            <a:ext cx="4023360" cy="178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10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8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09159" y="1200150"/>
            <a:ext cx="4023360" cy="17145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09159" y="3086100"/>
            <a:ext cx="4023360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709159" y="3394710"/>
            <a:ext cx="4023360" cy="123444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10 June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7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79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78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79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278123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78123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278123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44767" y="1200150"/>
            <a:ext cx="2587752" cy="12687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44767" y="2640330"/>
            <a:ext cx="2587752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350" b="1"/>
            </a:lvl1pPr>
            <a:lvl2pPr marL="0" indent="0">
              <a:spcBef>
                <a:spcPts val="0"/>
              </a:spcBef>
              <a:buFontTx/>
              <a:buNone/>
              <a:defRPr sz="1350" b="1"/>
            </a:lvl2pPr>
            <a:lvl3pPr marL="0" indent="0">
              <a:spcBef>
                <a:spcPts val="0"/>
              </a:spcBef>
              <a:buFontTx/>
              <a:buNone/>
              <a:defRPr sz="1350" b="1"/>
            </a:lvl3pPr>
            <a:lvl4pPr marL="0" indent="0">
              <a:spcBef>
                <a:spcPts val="0"/>
              </a:spcBef>
              <a:buFontTx/>
              <a:buNone/>
              <a:defRPr sz="1350" b="1"/>
            </a:lvl4pPr>
            <a:lvl5pPr marL="0" indent="0">
              <a:spcBef>
                <a:spcPts val="0"/>
              </a:spcBef>
              <a:buFontTx/>
              <a:buNone/>
              <a:defRPr sz="1350" b="1"/>
            </a:lvl5pPr>
            <a:lvl6pPr marL="0" indent="0">
              <a:spcBef>
                <a:spcPts val="0"/>
              </a:spcBef>
              <a:buFontTx/>
              <a:buNone/>
              <a:defRPr sz="1350" b="1"/>
            </a:lvl6pPr>
            <a:lvl7pPr marL="0" indent="0">
              <a:spcBef>
                <a:spcPts val="0"/>
              </a:spcBef>
              <a:buFontTx/>
              <a:buNone/>
              <a:defRPr sz="1350" b="1"/>
            </a:lvl7pPr>
            <a:lvl8pPr marL="0" indent="0">
              <a:spcBef>
                <a:spcPts val="0"/>
              </a:spcBef>
              <a:buFontTx/>
              <a:buNone/>
              <a:defRPr sz="1350" b="1"/>
            </a:lvl8pPr>
            <a:lvl9pPr marL="0" indent="0">
              <a:spcBef>
                <a:spcPts val="0"/>
              </a:spcBef>
              <a:buFontTx/>
              <a:buNone/>
              <a:defRPr sz="135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144767" y="2948940"/>
            <a:ext cx="2587752" cy="1680210"/>
          </a:xfrm>
        </p:spPr>
        <p:txBody>
          <a:bodyPr/>
          <a:lstStyle>
            <a:lvl1pPr marL="102870" indent="-102870">
              <a:defRPr sz="1125"/>
            </a:lvl1pPr>
            <a:lvl2pPr marL="205740" indent="-102870">
              <a:defRPr sz="1125"/>
            </a:lvl2pPr>
            <a:lvl3pPr marL="308610" indent="-102870">
              <a:defRPr sz="1125"/>
            </a:lvl3pPr>
            <a:lvl4pPr marL="411480" indent="-102870">
              <a:defRPr sz="1125"/>
            </a:lvl4pPr>
            <a:lvl5pPr marL="514350" indent="-102870">
              <a:defRPr sz="1125"/>
            </a:lvl5pPr>
            <a:lvl6pPr marL="617220" indent="-102870">
              <a:defRPr sz="1125"/>
            </a:lvl6pPr>
            <a:lvl7pPr marL="720090" indent="-102870">
              <a:defRPr sz="1125"/>
            </a:lvl7pPr>
            <a:lvl8pPr marL="822960" indent="-102870">
              <a:defRPr sz="1125"/>
            </a:lvl8pPr>
            <a:lvl9pPr marL="925830" indent="-102870"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10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298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4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1480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4114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71604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71604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2571604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9788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88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469788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58001" y="1200150"/>
            <a:ext cx="1874519" cy="92583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58001" y="2297430"/>
            <a:ext cx="1874519" cy="2743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200" b="1"/>
            </a:lvl1pPr>
            <a:lvl2pPr marL="0" indent="0">
              <a:spcBef>
                <a:spcPts val="0"/>
              </a:spcBef>
              <a:buFontTx/>
              <a:buNone/>
              <a:defRPr sz="1200" b="1"/>
            </a:lvl2pPr>
            <a:lvl3pPr marL="0" indent="0">
              <a:spcBef>
                <a:spcPts val="0"/>
              </a:spcBef>
              <a:buFontTx/>
              <a:buNone/>
              <a:defRPr sz="1200" b="1"/>
            </a:lvl3pPr>
            <a:lvl4pPr marL="0" indent="0">
              <a:spcBef>
                <a:spcPts val="0"/>
              </a:spcBef>
              <a:buFontTx/>
              <a:buNone/>
              <a:defRPr sz="1200" b="1"/>
            </a:lvl4pPr>
            <a:lvl5pPr marL="0" indent="0">
              <a:spcBef>
                <a:spcPts val="0"/>
              </a:spcBef>
              <a:buFontTx/>
              <a:buNone/>
              <a:defRPr sz="1200" b="1"/>
            </a:lvl5pPr>
            <a:lvl6pPr marL="0" indent="0">
              <a:spcBef>
                <a:spcPts val="0"/>
              </a:spcBef>
              <a:buFontTx/>
              <a:buNone/>
              <a:defRPr sz="1200" b="1"/>
            </a:lvl6pPr>
            <a:lvl7pPr marL="0" indent="0">
              <a:spcBef>
                <a:spcPts val="0"/>
              </a:spcBef>
              <a:buFontTx/>
              <a:buNone/>
              <a:defRPr sz="1200" b="1"/>
            </a:lvl7pPr>
            <a:lvl8pPr marL="0" indent="0">
              <a:spcBef>
                <a:spcPts val="0"/>
              </a:spcBef>
              <a:buFontTx/>
              <a:buNone/>
              <a:defRPr sz="1200" b="1"/>
            </a:lvl8pPr>
            <a:lvl9pPr marL="0" indent="0">
              <a:spcBef>
                <a:spcPts val="0"/>
              </a:spcBef>
              <a:buFontTx/>
              <a:buNone/>
              <a:defRPr sz="12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858001" y="2606040"/>
            <a:ext cx="1874519" cy="2023110"/>
          </a:xfrm>
        </p:spPr>
        <p:txBody>
          <a:bodyPr/>
          <a:lstStyle>
            <a:lvl1pPr marL="102870" indent="-102870">
              <a:defRPr sz="975"/>
            </a:lvl1pPr>
            <a:lvl2pPr marL="205740" indent="-102870">
              <a:defRPr sz="975"/>
            </a:lvl2pPr>
            <a:lvl3pPr marL="308610" indent="-102870">
              <a:defRPr sz="975"/>
            </a:lvl3pPr>
            <a:lvl4pPr marL="411480" indent="-102870">
              <a:defRPr sz="975"/>
            </a:lvl4pPr>
            <a:lvl5pPr marL="514350" indent="-102870">
              <a:defRPr sz="975"/>
            </a:lvl5pPr>
            <a:lvl6pPr marL="617220" indent="-102870">
              <a:defRPr sz="975"/>
            </a:lvl6pPr>
            <a:lvl7pPr marL="720090" indent="-102870">
              <a:defRPr sz="975"/>
            </a:lvl7pPr>
            <a:lvl8pPr marL="822960" indent="-102870">
              <a:defRPr sz="975"/>
            </a:lvl8pPr>
            <a:lvl9pPr marL="925830" indent="-102870"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10 June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72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10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988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71450"/>
            <a:ext cx="9144000" cy="48006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6858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10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984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0" y="308611"/>
            <a:ext cx="6173470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5096351" cy="301752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1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10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0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0"/>
            <a:ext cx="4023995" cy="685800"/>
          </a:xfrm>
        </p:spPr>
        <p:txBody>
          <a:bodyPr anchor="t" anchorCtr="0"/>
          <a:lstStyle>
            <a:lvl1pPr>
              <a:lnSpc>
                <a:spcPct val="90000"/>
              </a:lnSpc>
              <a:defRPr sz="18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200150"/>
            <a:ext cx="5096351" cy="3429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2700"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10 June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24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10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2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1481" y="308611"/>
            <a:ext cx="4023995" cy="891778"/>
          </a:xfrm>
        </p:spPr>
        <p:txBody>
          <a:bodyPr anchor="t" anchorCtr="0"/>
          <a:lstStyle>
            <a:lvl1pPr>
              <a:lnSpc>
                <a:spcPct val="80000"/>
              </a:lnSpc>
              <a:defRPr sz="3000" spc="-75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1480" y="1611630"/>
            <a:ext cx="4023994" cy="3017520"/>
          </a:xfrm>
        </p:spPr>
        <p:txBody>
          <a:bodyPr/>
          <a:lstStyle>
            <a:lvl1pPr marL="0" indent="0">
              <a:spcBef>
                <a:spcPts val="750"/>
              </a:spcBef>
              <a:buFontTx/>
              <a:buNone/>
              <a:defRPr/>
            </a:lvl1pPr>
            <a:lvl2pPr marL="137160" indent="-137160">
              <a:spcBef>
                <a:spcPts val="750"/>
              </a:spcBef>
              <a:buFont typeface="Arial" panose="020B0604020202020204" pitchFamily="34" charset="0"/>
              <a:buChar char="▪"/>
              <a:defRPr/>
            </a:lvl2pPr>
            <a:lvl3pPr marL="274320">
              <a:defRPr/>
            </a:lvl3pPr>
            <a:lvl4pPr marL="411480">
              <a:defRPr/>
            </a:lvl4pPr>
            <a:lvl5pPr marL="548640">
              <a:defRPr/>
            </a:lvl5pPr>
            <a:lvl6pPr marL="685800">
              <a:defRPr/>
            </a:lvl6pPr>
            <a:lvl7pPr marL="822960">
              <a:defRPr/>
            </a:lvl7pPr>
            <a:lvl8pPr marL="960120">
              <a:defRPr/>
            </a:lvl8pPr>
            <a:lvl9pPr marL="109728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08528" y="807244"/>
            <a:ext cx="4024311" cy="3821906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75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10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161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10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63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10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605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10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82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10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33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411162" y="1611630"/>
            <a:ext cx="8321040" cy="10287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1164" y="3614561"/>
            <a:ext cx="4024312" cy="10286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900"/>
            </a:lvl1pPr>
            <a:lvl2pPr marL="0" indent="0">
              <a:spcBef>
                <a:spcPts val="0"/>
              </a:spcBef>
              <a:buFontTx/>
              <a:buNone/>
              <a:defRPr sz="900"/>
            </a:lvl2pPr>
            <a:lvl3pPr marL="0" indent="0">
              <a:spcBef>
                <a:spcPts val="0"/>
              </a:spcBef>
              <a:buFontTx/>
              <a:buNone/>
              <a:defRPr sz="900"/>
            </a:lvl3pPr>
            <a:lvl4pPr marL="0" indent="0">
              <a:spcBef>
                <a:spcPts val="0"/>
              </a:spcBef>
              <a:buFontTx/>
              <a:buNone/>
              <a:defRPr sz="900"/>
            </a:lvl4pPr>
            <a:lvl5pPr marL="0" indent="0">
              <a:spcBef>
                <a:spcPts val="0"/>
              </a:spcBef>
              <a:buFontTx/>
              <a:buNone/>
              <a:defRPr sz="900"/>
            </a:lvl5pPr>
            <a:lvl6pPr marL="0" indent="0">
              <a:spcBef>
                <a:spcPts val="0"/>
              </a:spcBef>
              <a:buFontTx/>
              <a:buNone/>
              <a:defRPr sz="900"/>
            </a:lvl6pPr>
            <a:lvl7pPr marL="0" indent="0">
              <a:spcBef>
                <a:spcPts val="0"/>
              </a:spcBef>
              <a:buFontTx/>
              <a:buNone/>
              <a:defRPr sz="900"/>
            </a:lvl7pPr>
            <a:lvl8pPr marL="0" indent="0">
              <a:spcBef>
                <a:spcPts val="0"/>
              </a:spcBef>
              <a:buFontTx/>
              <a:buNone/>
              <a:defRPr sz="900"/>
            </a:lvl8pPr>
            <a:lvl9pPr marL="0" indent="0">
              <a:spcBef>
                <a:spcPts val="0"/>
              </a:spcBef>
              <a:buFontTx/>
              <a:buNone/>
              <a:defRPr sz="9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10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503462" y="308372"/>
            <a:ext cx="1222280" cy="35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0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120265" y="1645920"/>
            <a:ext cx="4903470" cy="185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033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810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440693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13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rcRect l="26274" t="67"/>
          <a:stretch>
            <a:fillRect/>
          </a:stretch>
        </p:blipFill>
        <p:spPr>
          <a:xfrm>
            <a:off x="7821386" y="308611"/>
            <a:ext cx="911133" cy="3582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1480" y="308611"/>
            <a:ext cx="617347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479" y="1200149"/>
            <a:ext cx="8321040" cy="3429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4970376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0130" y="0"/>
            <a:ext cx="7063740" cy="173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525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10766" y="4972050"/>
            <a:ext cx="617934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525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10 June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08037" y="4972050"/>
            <a:ext cx="331501" cy="17145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525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7444515" y="318065"/>
            <a:ext cx="376871" cy="358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36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  <p:sldLayoutId id="2147483699" r:id="rId26"/>
    <p:sldLayoutId id="2147483700" r:id="rId27"/>
    <p:sldLayoutId id="2147483701" r:id="rId28"/>
    <p:sldLayoutId id="2147483702" r:id="rId29"/>
    <p:sldLayoutId id="2147483703" r:id="rId30"/>
    <p:sldLayoutId id="2147483704" r:id="rId31"/>
    <p:sldLayoutId id="2147483705" r:id="rId32"/>
    <p:sldLayoutId id="2147483706" r:id="rId33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750"/>
        </a:spcBef>
        <a:buFont typeface="Arial" panose="020B0604020202020204" pitchFamily="34" charset="0"/>
        <a:buChar char="▪"/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96012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109728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1234440" indent="-137160" algn="l" defTabSz="685800" rtl="0" eaLnBrk="1" latinLnBrk="0" hangingPunct="1">
        <a:lnSpc>
          <a:spcPct val="95000"/>
        </a:lnSpc>
        <a:spcBef>
          <a:spcPts val="375"/>
        </a:spcBef>
        <a:buFont typeface="Arial" panose="020B0604020202020204" pitchFamily="34" charset="0"/>
        <a:buChar char="–"/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2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8BF6-7256-D98B-7740-649A9252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5E67-FC4D-161B-B022-1B8B9941A996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410766" y="4972050"/>
            <a:ext cx="617934" cy="1714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E833E-D031-89D4-CFDE-3B077A1FA52F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8408037" y="4972050"/>
            <a:ext cx="331501" cy="17145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4DC84C6-922D-BCD5-4D80-22CE18AC2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3ECA9802-9526-6047-E0A5-41674D69689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C69C1CB3-F740-9472-408E-FD84B97E34F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34C5CBE8-F17A-D9A8-AB16-66AFCCE497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9D7A4E7-BAFD-762A-0E63-4AF1CC2956C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35FE14A-A815-D8EF-8489-B1F143A62CD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043EEE1A-DCDD-F396-6706-9734DF7B5E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F6CCFC-7DFD-1B10-C8B8-26BFEA5077F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835129B-00FD-424E-E61B-F9AA01CCA6FA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03A4F49-DA9D-48F0-E806-6737673914F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FB89A0-87A1-ECCF-3E5D-24779C2B3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52115"/>
            <a:ext cx="4822031" cy="994410"/>
          </a:xfrm>
        </p:spPr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D9642238-1C9A-5953-F216-1C626B9BAF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FD4AB0C5-5108-4D9D-92D1-D30261CE7F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3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F7FE559F-A69D-96FE-0A04-8C56F7122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A4A98C9-C1DD-89E2-DDF3-993183F4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the importance of a complete test suite</a:t>
            </a:r>
          </a:p>
          <a:p>
            <a:r>
              <a:rPr lang="en-US" dirty="0"/>
              <a:t>Create unit tests to achieve a specified code coverage level</a:t>
            </a:r>
          </a:p>
          <a:p>
            <a:r>
              <a:rPr lang="en-US" dirty="0"/>
              <a:t>Define the differences between unit, integration, and </a:t>
            </a:r>
            <a:r>
              <a:rPr lang="en-US"/>
              <a:t>end-to-end testing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CC1BA-8184-F399-52E1-DF0559D2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10 June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816D77-84D3-8FA3-891B-71DA76C5AC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44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BB461378-5E4E-EAA7-2DA6-FF06B0491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010153"/>
            <a:ext cx="6858000" cy="1241822"/>
          </a:xfrm>
        </p:spPr>
        <p:txBody>
          <a:bodyPr>
            <a:normAutofit/>
          </a:bodyPr>
          <a:lstStyle/>
          <a:p>
            <a:r>
              <a:rPr lang="en-US" sz="4000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F127C-DDD5-C7BF-D5E8-90D39B1EDE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10 June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82DB0D-94F5-49EC-EC7E-FF3574D6EE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9332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</TotalTime>
  <Words>38</Words>
  <Application>Microsoft Office PowerPoint</Application>
  <PresentationFormat>On-screen Show (16:9)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Arial Bold</vt:lpstr>
      <vt:lpstr>Play</vt:lpstr>
      <vt:lpstr>US Army 2023 AFC DEVCOM Logo</vt:lpstr>
      <vt:lpstr>Testing</vt:lpstr>
      <vt:lpstr>Lesson Objectives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Ethan Shafer</cp:lastModifiedBy>
  <cp:revision>145</cp:revision>
  <dcterms:modified xsi:type="dcterms:W3CDTF">2026-06-10T15:08:13Z</dcterms:modified>
</cp:coreProperties>
</file>